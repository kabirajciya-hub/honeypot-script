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21" r:id="rId12"/>
    <p:sldId id="297" r:id="rId1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5388" autoAdjust="0"/>
  </p:normalViewPr>
  <p:slideViewPr>
    <p:cSldViewPr snapToGrid="0" snapToObjects="1">
      <p:cViewPr varScale="1">
        <p:scale>
          <a:sx n="75" d="100"/>
          <a:sy n="75" d="100"/>
        </p:scale>
        <p:origin x="1133" y="53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TI BAGDE" userId="76729c98df79f682" providerId="LiveId" clId="{859B280C-A49B-4442-9A0E-BE607849E7A8}"/>
    <pc:docChg chg="undo custSel modSld">
      <pc:chgData name="AARTI BAGDE" userId="76729c98df79f682" providerId="LiveId" clId="{859B280C-A49B-4442-9A0E-BE607849E7A8}" dt="2025-03-25T13:15:40.874" v="48" actId="20577"/>
      <pc:docMkLst>
        <pc:docMk/>
      </pc:docMkLst>
      <pc:sldChg chg="modSp mod">
        <pc:chgData name="AARTI BAGDE" userId="76729c98df79f682" providerId="LiveId" clId="{859B280C-A49B-4442-9A0E-BE607849E7A8}" dt="2025-03-25T13:15:40.874" v="48" actId="20577"/>
        <pc:sldMkLst>
          <pc:docMk/>
          <pc:sldMk cId="3913219759" sldId="304"/>
        </pc:sldMkLst>
        <pc:spChg chg="mod">
          <ac:chgData name="AARTI BAGDE" userId="76729c98df79f682" providerId="LiveId" clId="{859B280C-A49B-4442-9A0E-BE607849E7A8}" dt="2025-03-25T13:14:30.151" v="2" actId="14100"/>
          <ac:spMkLst>
            <pc:docMk/>
            <pc:sldMk cId="3913219759" sldId="304"/>
            <ac:spMk id="2" creationId="{13021072-4A77-DB4D-DF41-58EADB7DA94E}"/>
          </ac:spMkLst>
        </pc:spChg>
        <pc:spChg chg="mod">
          <ac:chgData name="AARTI BAGDE" userId="76729c98df79f682" providerId="LiveId" clId="{859B280C-A49B-4442-9A0E-BE607849E7A8}" dt="2025-03-25T13:15:40.874" v="48" actId="20577"/>
          <ac:spMkLst>
            <pc:docMk/>
            <pc:sldMk cId="3913219759" sldId="304"/>
            <ac:spMk id="3" creationId="{D4D22962-3C7F-E480-5C35-7F4860A098E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sz="4000" dirty="0"/>
              <a:t>WEB HONEYPOT: DETECTING AND ANALYZING MALICIOUS WEB</a:t>
            </a:r>
            <a:br>
              <a:rPr lang="en-US" sz="4000" dirty="0"/>
            </a:br>
            <a:br>
              <a:rPr lang="en-US" sz="2800" dirty="0"/>
            </a:br>
            <a:r>
              <a:rPr lang="en-US" sz="2800" dirty="0"/>
              <a:t>PRESENTED BY,</a:t>
            </a:r>
            <a:br>
              <a:rPr lang="en-US" sz="2800" dirty="0"/>
            </a:br>
            <a:r>
              <a:rPr lang="en-US" sz="2800" dirty="0"/>
              <a:t>SUYASH KHARE</a:t>
            </a:r>
            <a:br>
              <a:rPr lang="en-US" sz="2800" dirty="0"/>
            </a:br>
            <a:r>
              <a:rPr lang="en-US" sz="2800" dirty="0"/>
              <a:t>AARTI BAGDE</a:t>
            </a:r>
            <a:br>
              <a:rPr lang="en-US" sz="2800" dirty="0"/>
            </a:br>
            <a:r>
              <a:rPr lang="en-US" sz="2800" dirty="0"/>
              <a:t>UJJWAL CHOUDHARY</a:t>
            </a:r>
            <a:br>
              <a:rPr lang="en-US" sz="2800" dirty="0"/>
            </a:br>
            <a:r>
              <a:rPr lang="en-US" sz="2800" dirty="0"/>
              <a:t>CIYA KABIRAJ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7" y="457200"/>
            <a:ext cx="6986803" cy="909484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5" y="1514168"/>
            <a:ext cx="6908145" cy="4527816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  <a:p>
            <a:r>
              <a:rPr lang="en-US" dirty="0"/>
              <a:t>Objective</a:t>
            </a:r>
          </a:p>
          <a:p>
            <a:r>
              <a:rPr lang="en-US" dirty="0"/>
              <a:t>Technology Stack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Expected Outcomes</a:t>
            </a:r>
          </a:p>
          <a:p>
            <a:r>
              <a:rPr lang="en-US" dirty="0"/>
              <a:t>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0" y="353961"/>
            <a:ext cx="6549227" cy="5338916"/>
          </a:xfrm>
        </p:spPr>
        <p:txBody>
          <a:bodyPr/>
          <a:lstStyle/>
          <a:p>
            <a:r>
              <a:rPr lang="en-US" sz="2800" dirty="0"/>
              <a:t>Problem Statement</a:t>
            </a:r>
            <a:br>
              <a:rPr lang="en-US" sz="3200" dirty="0"/>
            </a:br>
            <a:br>
              <a:rPr lang="en-US" sz="3200" dirty="0"/>
            </a:b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What is the issue?</a:t>
            </a:r>
            <a:br>
              <a:rPr lang="en-US" sz="1800" dirty="0">
                <a:solidFill>
                  <a:schemeClr val="accent4">
                    <a:lumMod val="75000"/>
                  </a:schemeClr>
                </a:solidFill>
              </a:rPr>
            </a:br>
            <a:br>
              <a:rPr lang="en-US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sz="1800" cap="none" dirty="0"/>
              <a:t>- </a:t>
            </a:r>
            <a:r>
              <a:rPr lang="en-US" sz="1800" cap="none" dirty="0">
                <a:solidFill>
                  <a:schemeClr val="tx1"/>
                </a:solidFill>
              </a:rPr>
              <a:t>Cyberattacks on web applications are increasing exponentially (</a:t>
            </a:r>
            <a:r>
              <a:rPr lang="en-US" sz="1800" cap="none" dirty="0" err="1">
                <a:solidFill>
                  <a:schemeClr val="tx1"/>
                </a:solidFill>
              </a:rPr>
              <a:t>e.G.</a:t>
            </a:r>
            <a:r>
              <a:rPr lang="en-US" sz="1800" cap="none" dirty="0">
                <a:solidFill>
                  <a:schemeClr val="tx1"/>
                </a:solidFill>
              </a:rPr>
              <a:t>, SQL injection, XSS, brute force attacks).</a:t>
            </a:r>
            <a:br>
              <a:rPr lang="en-US" sz="1800" cap="none" dirty="0">
                <a:solidFill>
                  <a:schemeClr val="tx1"/>
                </a:solidFill>
              </a:rPr>
            </a:br>
            <a:r>
              <a:rPr lang="en-US" sz="1800" cap="none" dirty="0">
                <a:solidFill>
                  <a:schemeClr val="tx1"/>
                </a:solidFill>
              </a:rPr>
              <a:t>  </a:t>
            </a:r>
            <a:br>
              <a:rPr lang="en-US" sz="1800" cap="none" dirty="0">
                <a:solidFill>
                  <a:schemeClr val="tx1"/>
                </a:solidFill>
              </a:rPr>
            </a:br>
            <a:r>
              <a:rPr lang="en-US" sz="1800" cap="none" dirty="0">
                <a:solidFill>
                  <a:schemeClr val="tx1"/>
                </a:solidFill>
              </a:rPr>
              <a:t>- Organizations lack proactive measures to detect and analyze malicious activities in real-time.  </a:t>
            </a:r>
            <a:br>
              <a:rPr lang="en-US" sz="1800" cap="none" dirty="0">
                <a:solidFill>
                  <a:schemeClr val="tx1"/>
                </a:solidFill>
              </a:rPr>
            </a:br>
            <a:br>
              <a:rPr lang="en-US" sz="1800" cap="none" dirty="0">
                <a:solidFill>
                  <a:schemeClr val="tx1"/>
                </a:solidFill>
              </a:rPr>
            </a:br>
            <a:r>
              <a:rPr lang="en-US" sz="1800" cap="none" dirty="0">
                <a:solidFill>
                  <a:schemeClr val="tx1"/>
                </a:solidFill>
              </a:rPr>
              <a:t>- There is a need for a system that can lure attackers, study their behavior, and provide actionable insights to improve cybersecurity defenses.</a:t>
            </a:r>
            <a:br>
              <a:rPr lang="en-US" sz="1800" cap="none" dirty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D0B16-AFD5-E094-A140-CC2F42BC2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82" y="1728428"/>
            <a:ext cx="4308567" cy="258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6" y="1180618"/>
            <a:ext cx="11202303" cy="729206"/>
          </a:xfrm>
        </p:spPr>
        <p:txBody>
          <a:bodyPr/>
          <a:lstStyle/>
          <a:p>
            <a:r>
              <a:rPr lang="en-US" sz="2800" dirty="0"/>
              <a:t>Objective - Goal of the Project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2314936"/>
            <a:ext cx="11202302" cy="3067291"/>
          </a:xfrm>
        </p:spPr>
        <p:txBody>
          <a:bodyPr/>
          <a:lstStyle/>
          <a:p>
            <a:endParaRPr lang="en-US" dirty="0"/>
          </a:p>
          <a:p>
            <a:r>
              <a:rPr lang="en-US" sz="1800" b="1" dirty="0">
                <a:solidFill>
                  <a:schemeClr val="tx1"/>
                </a:solidFill>
              </a:rPr>
              <a:t>- </a:t>
            </a:r>
            <a:r>
              <a:rPr lang="en-US" sz="1800" b="1" dirty="0">
                <a:solidFill>
                  <a:schemeClr val="tx1"/>
                </a:solidFill>
                <a:latin typeface="+mj-lt"/>
              </a:rPr>
              <a:t>To develop a web-based honeypot that mimics a vulnerable website to attract attackers.  </a:t>
            </a:r>
          </a:p>
          <a:p>
            <a:endParaRPr lang="en-US" sz="1800" b="1" dirty="0">
              <a:solidFill>
                <a:schemeClr val="tx1"/>
              </a:solidFill>
              <a:latin typeface="+mj-lt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+mj-lt"/>
              </a:rPr>
              <a:t>- To monitor, log, and analyze malicious activities for research and security enhancement. </a:t>
            </a:r>
          </a:p>
          <a:p>
            <a:r>
              <a:rPr lang="en-US" sz="1800" b="1" dirty="0">
                <a:solidFill>
                  <a:schemeClr val="tx1"/>
                </a:solidFill>
                <a:latin typeface="+mj-lt"/>
              </a:rPr>
              <a:t> </a:t>
            </a:r>
          </a:p>
          <a:p>
            <a:r>
              <a:rPr lang="en-US" sz="1800" b="1" dirty="0">
                <a:solidFill>
                  <a:schemeClr val="tx1"/>
                </a:solidFill>
                <a:latin typeface="+mj-lt"/>
              </a:rPr>
              <a:t>- To provide insights into attack patterns and improve cybersecurity defenses. 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511" y="1209039"/>
            <a:ext cx="9794369" cy="670561"/>
          </a:xfrm>
        </p:spPr>
        <p:txBody>
          <a:bodyPr/>
          <a:lstStyle/>
          <a:p>
            <a:r>
              <a:rPr lang="en-US" sz="2800" dirty="0"/>
              <a:t>  Technology Stack - Tools &amp; Frameworks  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11120" y="1767840"/>
            <a:ext cx="9509759" cy="321056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j-lt"/>
              </a:rPr>
              <a:t>- Frontend : HTML, CSS (to create a realistic-looking website). 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j-lt"/>
              </a:rPr>
              <a:t>- Backend : Python (for server-side scripting). 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j-lt"/>
              </a:rPr>
              <a:t>- Database : MySQL (to store logs and attack data). 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j-lt"/>
              </a:rPr>
              <a:t>- Honeypot Script : Custom Python scripts to simulate vulnerabilities. 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j-lt"/>
              </a:rPr>
              <a:t>- Deployment : Local Host 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4560" y="928689"/>
            <a:ext cx="8625839" cy="686752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464559" y="1910079"/>
            <a:ext cx="8625839" cy="3942081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Step 1 : Design a realistic-looking website with intentional vulnerabilities (e.g., fake login pages, forms).  </a:t>
            </a:r>
          </a:p>
          <a:p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Step 2 : Implement the honeypot script to detect and log malicious activities (e.g., SQL injection attempts, XSS payloads).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  </a:t>
            </a:r>
          </a:p>
          <a:p>
            <a:pPr marL="285750" indent="-285750">
              <a:buFontTx/>
              <a:buChar char="-"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Step 3 : Deploy the website on local host server and monitor traffic.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  </a:t>
            </a:r>
          </a:p>
          <a:p>
            <a:pPr marL="285750" indent="-285750">
              <a:buFontTx/>
              <a:buChar char="-"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Step 4 : Analyze logs to identify attack patterns and behaviors.  </a:t>
            </a:r>
          </a:p>
          <a:p>
            <a:endParaRPr lang="en-US" sz="1800" dirty="0">
              <a:solidFill>
                <a:schemeClr val="tx1"/>
              </a:solidFill>
              <a:latin typeface="+mj-lt"/>
            </a:endParaRP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- Step 5 : Generate reports and insights for improving cybersecurity measures.  </a:t>
            </a:r>
          </a:p>
          <a:p>
            <a:endParaRPr lang="en-US" sz="1800" dirty="0">
              <a:latin typeface="+mj-lt"/>
            </a:endParaRPr>
          </a:p>
          <a:p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6"/>
            <a:ext cx="7796464" cy="471490"/>
          </a:xfrm>
        </p:spPr>
        <p:txBody>
          <a:bodyPr/>
          <a:lstStyle/>
          <a:p>
            <a:r>
              <a:rPr lang="en-US" sz="2800" dirty="0"/>
              <a:t>Expected Outcomes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573162"/>
            <a:ext cx="7718323" cy="3431457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What We Aim to Achieve ?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- A fully functional web honeypot that attracts and logs malicious traffic.  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- Detailed analysis of attack patterns (e.g., common vulnerabilities exploited).  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- Insights into attacker behavior and tools used.  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- A foundation for improving real-world cybersecurity defenses. 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633874"/>
          </a:xfrm>
        </p:spPr>
        <p:txBody>
          <a:bodyPr/>
          <a:lstStyle/>
          <a:p>
            <a:r>
              <a:rPr lang="en-US" sz="2800" dirty="0"/>
              <a:t>Q&amp;A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37187" y="1819734"/>
            <a:ext cx="10088839" cy="141507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j-lt"/>
              </a:rPr>
              <a:t>Questions?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j-lt"/>
              </a:rPr>
              <a:t>- Open the floor for questions and discussions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1589684-B537-09BD-58E2-F24953DB6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361" y="2172928"/>
            <a:ext cx="5361039" cy="2920181"/>
          </a:xfrm>
        </p:spPr>
        <p:txBody>
          <a:bodyPr/>
          <a:lstStyle/>
          <a:p>
            <a:r>
              <a:rPr lang="en-US" sz="6000" dirty="0"/>
              <a:t>THANK</a:t>
            </a:r>
            <a:br>
              <a:rPr lang="en-US" sz="6000" dirty="0"/>
            </a:br>
            <a:r>
              <a:rPr lang="en-US" sz="6000" dirty="0"/>
              <a:t>YOU </a:t>
            </a:r>
            <a:br>
              <a:rPr lang="en-US" sz="6000" dirty="0"/>
            </a:b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{0B5385D3-C2C2-4F24-9B71-154F4229F244}tf78438558_win32</Template>
  <TotalTime>129</TotalTime>
  <Words>388</Words>
  <Application>Microsoft Office PowerPoint</Application>
  <PresentationFormat>Widescreen</PresentationFormat>
  <Paragraphs>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Sabon Next LT</vt:lpstr>
      <vt:lpstr>Custom</vt:lpstr>
      <vt:lpstr>WEB HONEYPOT: DETECTING AND ANALYZING MALICIOUS WEB  PRESENTED BY, SUYASH KHARE AARTI BAGDE UJJWAL CHOUDHARY CIYA KABIRAJ </vt:lpstr>
      <vt:lpstr>CONTENTS</vt:lpstr>
      <vt:lpstr>Problem Statement  What is the issue?  - Cyberattacks on web applications are increasing exponentially (e.G., SQL injection, XSS, brute force attacks).    - Organizations lack proactive measures to detect and analyze malicious activities in real-time.    - There is a need for a system that can lure attackers, study their behavior, and provide actionable insights to improve cybersecurity defenses. </vt:lpstr>
      <vt:lpstr>Objective - Goal of the Project </vt:lpstr>
      <vt:lpstr>  Technology Stack - Tools &amp; Frameworks    </vt:lpstr>
      <vt:lpstr>Methodology</vt:lpstr>
      <vt:lpstr>Expected Outcomes</vt:lpstr>
      <vt:lpstr>Q&amp;A</vt:lpstr>
      <vt:lpstr>THANK YOU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AARTI BAGDE</dc:creator>
  <cp:lastModifiedBy>ujjwal choudhary</cp:lastModifiedBy>
  <cp:revision>10</cp:revision>
  <dcterms:created xsi:type="dcterms:W3CDTF">2025-03-25T11:39:07Z</dcterms:created>
  <dcterms:modified xsi:type="dcterms:W3CDTF">2025-03-26T16:36:44Z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